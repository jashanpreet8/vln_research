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3474720"/>
            <a:ext cx="2194560" cy="219456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463040" cy="1463040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109728" y="73152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APPLICATION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64008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Vision-Language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383280" y="2651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R2R Dataset Analysis  ·  Federated Learning  ·  NavGPT-2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324612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429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Research Application — VLN Program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840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R2R  ·  Matterport3D  ·  FedAvg  ·  ECCV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784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R2R Dataset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features, and challenges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686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9784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3990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and visualisations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258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ML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on per-building partitions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258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NavGPT — Paper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with LLMs (AAAI 2024)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29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38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NavGPT-2 — Paper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alignment (ECCV 2024)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2900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29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538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&amp; Future Directions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9593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opportunities and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R2R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08176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~22,000 instruction–path pairs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92808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photorealistic Matterport3D buildings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377440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natural-language instructions per 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862072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Splits: train / val_seen / val_unseen /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346704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path: list of panoramic viewpoint IDs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044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831336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path_id, scan, path, instructions,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heading, distance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4297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09160" y="142646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language instructions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181051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long-horizon paths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121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indoor environments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283464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Challenges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09160" y="343814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3649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ambiguity &amp; co-reference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8561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124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to unseen environments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13308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0599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ground-truth labels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480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40740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visual similarity between rooms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Summary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930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22,000+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1305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Instruction–Path Pairs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9748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930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21305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Matterport3D Buildings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97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8930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21305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Waypoints /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69748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0098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74320" y="414223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Words /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974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30098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00400" y="414223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Navigation Distance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697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300984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26480" y="414223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per Path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Length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paths have 4–7 waypoints (approx. normal). Very short (&lt;3) or long (&gt;8) paths are rare, suggesting medium-complexity navigation tasks dominate.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201168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9144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Word 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1768" y="135331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average ~29 words with moderate variance. High word-count outliers likely describe complex multi-turn paths with landmarks.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20116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260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Distance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6499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distances skew right (5–20 m peak). Long-distance paths correlate weakly with path length, indicating indirect/winding routes.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201168" cy="1874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9260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Frequency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336499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are distributed fairly evenly across 90 buildings, enabling per-building federated clients without extreme data imbalance.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plots saved to eda_outputs/ in the GitHub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Machine Learning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5720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VLNModel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4813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on 7 instruction &amp; environment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984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Matterport3D building (scan ID)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4871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aggregation over 10 communication rounds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9900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Instr. word count, char count, lexical diversity, heading (sin/cos), distance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3493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(# waypoints) — a proxy for navigation complexity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776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77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9959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leaves the client; only weights are shared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9326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FedAvg Protocol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57800" y="1417320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4173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892808"/>
            <a:ext cx="0" cy="19202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2084832"/>
            <a:ext cx="329184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084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2560320"/>
            <a:ext cx="0" cy="19202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2752344"/>
            <a:ext cx="32918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7523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 buildings)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3227832"/>
            <a:ext cx="0" cy="19202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3419856"/>
            <a:ext cx="32918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198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895344"/>
            <a:ext cx="0" cy="19202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4087368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4087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1 — NavGPT: Explicit Reasoning in VLN  (AAAI 2024)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234440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877824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off-the-shelf LLMs (e.g., GPT-4) can serve as zero-shot navigation agents without any fine-tuning, using only structured textual descriptions of the visual environment.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1234440" cy="9326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1901952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from the Matterport3D simulator are converted to text descriptions. A complex prompting pipeline feeds history, current view, and candidate directions to the LLM, which outputs an explicit chain-of-thought before selecting the next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52928"/>
            <a:ext cx="1234440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52928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NavGPT achieves competitive zero-shot performance on R2R benchmarks. Crucially, it produces human-readable reasoning chains — a first for VLN agents — enabling interpretability of navigation decisions.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77056"/>
            <a:ext cx="1234440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877056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include reliance on text-only observations (no raw images). Future work targets multimodal input, grounded visual perception, and reducing the performance gap with supervised VLN specialists.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AAAI 2024  |  github.com/GengzeZhou/NavGPT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2 — NavGPT-2: Navigational Reasoning for VLMs  (ECCV 2024)  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234440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877824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LLM-based zero-shot navigation agents and supervised VLN specialists, while preserving the interpretability and communicative ability of large language models.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1234440" cy="9326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1901952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InstructBLIP with multi-image perception. GPT-4V generates step-wise navigational reasoning data; visual instruction tuning embeds this into the VLM. VLM latents serve as a unified visual-linguistic representation for both language decoding and action decoding via a topological graph policy network.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52928"/>
            <a:ext cx="1234440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52928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NavGPT-2 surpasses all prior LLM-based navigation methods on R2R and eliminates the performance gap with state-of-the-art supervised VLN specialists — at the same training scale. It also supports multi-round user interaction and active help-seeking.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8595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77056"/>
            <a:ext cx="1234440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877056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7086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more diverse environments (outdoor, sim-to-real transfer), integrating richer sensory modalities (depth, audio), and exploring federated or privacy-preserving training across building-specific data distributions.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ECCV 2024  |  arxiv.org/abs/2407.12366  |  github.com/GengzeZhou/NavGPT-2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NavGPT vs. NavGPT-2 — Comparative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828800" cy="530352"/>
          </a:xfrm>
          <a:prstGeom prst="rect">
            <a:avLst/>
          </a:prstGeom>
          <a:solidFill>
            <a:srgbClr val="0D1B3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41248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804672"/>
            <a:ext cx="3200400" cy="530352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841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NavGPT (AAAI 2024)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804672"/>
            <a:ext cx="3200400" cy="530352"/>
          </a:xfrm>
          <a:prstGeom prst="rect">
            <a:avLst/>
          </a:prstGeom>
          <a:solidFill>
            <a:srgbClr val="4F46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841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NavGPT-2 (ECCV 2024)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35024"/>
            <a:ext cx="1828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7160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94560" y="1335024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37160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LLM prompting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1335024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37160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instruction tuning + policy net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865376"/>
            <a:ext cx="18288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0195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94560" y="1865376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901952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descriptions of observations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865376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901952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panoramic images (multi-image VLM)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395728"/>
            <a:ext cx="1828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432304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94560" y="2395728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243230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(closed, frozen)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0680" y="2395728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243230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InstructBLIP + FlanT5 / Vicuna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18288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962656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94560" y="2926080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2962656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required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2926080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2962656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Q-former → policy finetune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456432"/>
            <a:ext cx="1828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493008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94560" y="3456432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349300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zero-shot; below SOTA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3456432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349300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gap with SOTA specialists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986784"/>
            <a:ext cx="18288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023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194560" y="3986784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67712" y="4023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chain-of-thought reasoning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40680" y="3986784"/>
            <a:ext cx="3200400" cy="5303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3832" y="4023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explanation + multi-turn chat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4517136"/>
            <a:ext cx="1828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455371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94560" y="4517136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67712" y="4553712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context window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40680" y="4517136"/>
            <a:ext cx="32004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553712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graph for navigation history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Alignment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850392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2011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VLN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privacy-preserving navigation agents trained across distributed environments — an under-explored direction that aligns federated learning with real-world VLN deployment.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850392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606040"/>
            <a:ext cx="201168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60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Reasoning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NavGPT-2's interpretability to produce per-step confidence scores and failure explanations, supporting human-in-the-loop correction.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749040"/>
            <a:ext cx="20116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039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Data-Efficient Adaptation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42062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NavGPT-2's Q-former architecture with few-shot instruction tuning for rapid adaptation to novel building layouts.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github.com/[your-username]/vln-research-application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Vision-Language Navigation: R2R Analysis &amp; NavGPT-2</dc:title>
  <dc:subject>PptxGenJS Presentation</dc:subject>
  <dc:creator>VLN Research Candidate</dc:creator>
  <cp:lastModifiedBy>VLN Research Candidate</cp:lastModifiedBy>
  <cp:revision>1</cp:revision>
  <dcterms:created xsi:type="dcterms:W3CDTF">2026-04-20T19:51:30Z</dcterms:created>
  <dcterms:modified xsi:type="dcterms:W3CDTF">2026-04-20T19:51:30Z</dcterms:modified>
</cp:coreProperties>
</file>